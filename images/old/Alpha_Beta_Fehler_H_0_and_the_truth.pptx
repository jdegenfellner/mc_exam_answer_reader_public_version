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40"/>
  </p:normalViewPr>
  <p:slideViewPr>
    <p:cSldViewPr snapToGrid="0">
      <p:cViewPr varScale="1">
        <p:scale>
          <a:sx n="102" d="100"/>
          <a:sy n="102" d="100"/>
        </p:scale>
        <p:origin x="216" y="2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33B57-44BA-0ACA-26D7-CC23C0574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409D5-0ABD-11CA-5807-B0B0581ED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59299-EF7D-5CBC-E06A-B98B49757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9AFE-2FB5-8948-A233-C9D3690E1F08}" type="datetimeFigureOut">
              <a:rPr lang="en-AT" smtClean="0"/>
              <a:t>16.12.24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2F54-D00A-5022-7908-7481DC3E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06F2A-0423-F027-61B7-DB3E8353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C7D6-59A8-7540-9EFB-82BF944F563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0956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41FB-4C30-B554-893F-AA0C82B69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81D35-8A15-92A7-F303-58FF37279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F2F97-412A-FDB1-8561-AEB3D174E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9AFE-2FB5-8948-A233-C9D3690E1F08}" type="datetimeFigureOut">
              <a:rPr lang="en-AT" smtClean="0"/>
              <a:t>16.12.24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E6587-0992-9846-A9BF-D79EB149A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0933F-B6AF-AC08-C0FA-A51A27B5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C7D6-59A8-7540-9EFB-82BF944F563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52218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6131-6736-78B3-F0DD-F79A9A70A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6E357-ACA6-9FC8-CF97-72F0B5B1B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6D9BC-F043-5DF5-414A-4CC1FC7C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9AFE-2FB5-8948-A233-C9D3690E1F08}" type="datetimeFigureOut">
              <a:rPr lang="en-AT" smtClean="0"/>
              <a:t>16.12.24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A01CA-9E2D-EB88-DCB9-35EDC531C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A52B9-4288-2818-71DA-7AFBEC6C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C7D6-59A8-7540-9EFB-82BF944F563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5347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06B4-38E3-5C45-E0BC-640575BA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5679-C359-B73E-3D1D-0C8708C36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B150A-B184-9FB7-C3E2-C17D52AD7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34FAE-5B67-DF60-2D7D-5B8B4037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9AFE-2FB5-8948-A233-C9D3690E1F08}" type="datetimeFigureOut">
              <a:rPr lang="en-AT" smtClean="0"/>
              <a:t>16.12.24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B39691-980E-F62D-592D-E8A058272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A6CCC-8A0E-9D8E-28A8-4BB49B65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C7D6-59A8-7540-9EFB-82BF944F563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15749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8279-7FBF-CE9C-9A65-1B8715028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916D6-6823-8BCC-D1EA-2F92D9292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65731-86DE-78AC-9A94-0D51A5FD0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D5A544-418B-2AD8-58B3-469208A3D8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F09899-50FC-1170-5E28-3CB74D0E0F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B939A8-B4EF-A801-E331-81AD2CF4A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9AFE-2FB5-8948-A233-C9D3690E1F08}" type="datetimeFigureOut">
              <a:rPr lang="en-AT" smtClean="0"/>
              <a:t>16.12.24</a:t>
            </a:fld>
            <a:endParaRPr lang="en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B9DFC7-A05C-61DD-E079-10701BE5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A806BD-67AC-E25A-DCE9-C10620828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C7D6-59A8-7540-9EFB-82BF944F563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38512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C47E-264F-5CA9-85AC-1BF982F8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335CFB-D875-30EF-205B-F63064A4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9AFE-2FB5-8948-A233-C9D3690E1F08}" type="datetimeFigureOut">
              <a:rPr lang="en-AT" smtClean="0"/>
              <a:t>16.12.24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F03E0-7B08-1B3C-1198-DC44C6DA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0E8D2-071A-B19F-F2DA-F42F2AD3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C7D6-59A8-7540-9EFB-82BF944F563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894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F9571-82D0-274D-AE3C-7DA4F717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9AFE-2FB5-8948-A233-C9D3690E1F08}" type="datetimeFigureOut">
              <a:rPr lang="en-AT" smtClean="0"/>
              <a:t>16.12.24</a:t>
            </a:fld>
            <a:endParaRPr lang="en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6B9BEE-7799-8FB4-70CD-97DAC4714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081AB-D3BB-F0C1-8293-48A7BFF0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C7D6-59A8-7540-9EFB-82BF944F563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0223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10008-D93F-EAA2-6D4F-101D2013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98564-2EFE-CFBC-C29A-7B09AEA42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AE3E2-D977-3290-6CFE-80D015119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7E0B8-78A6-91B5-954B-4E929267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9AFE-2FB5-8948-A233-C9D3690E1F08}" type="datetimeFigureOut">
              <a:rPr lang="en-AT" smtClean="0"/>
              <a:t>16.12.24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60C63-5ED6-3CB9-ED25-9AB36CE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F64BC-CB63-2982-402F-6A524116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C7D6-59A8-7540-9EFB-82BF944F563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6754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3707-0141-05D0-A1BB-40111B958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DA563-9CE8-A5E0-9555-683B25596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28FE0-D6D3-850B-5CC1-6A596E2E1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CB142C-C5E6-7FC1-7B19-ED0F580A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9AFE-2FB5-8948-A233-C9D3690E1F08}" type="datetimeFigureOut">
              <a:rPr lang="en-AT" smtClean="0"/>
              <a:t>16.12.24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E2572-3500-9823-4C4C-8D3CA9C0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4D36E-47A7-C7D6-561E-FEF04460A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C7D6-59A8-7540-9EFB-82BF944F563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643661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4F23-09A5-292C-391E-7C8672360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13DADE-167F-A86D-1FD7-036A1F177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5CD8A-0134-BBE3-9086-037ADC8FA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9AFE-2FB5-8948-A233-C9D3690E1F08}" type="datetimeFigureOut">
              <a:rPr lang="en-AT" smtClean="0"/>
              <a:t>16.12.24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E997B-7038-AEF8-AAE6-F8281C133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BB5CC-5706-9B7A-225A-F53798D14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C7D6-59A8-7540-9EFB-82BF944F563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011790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32663-5B81-F8A8-3DB0-E1DB527B6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7A534-73B6-C328-64BF-8E90272F4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868A5-C6C0-66CA-0125-37217B9E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9AFE-2FB5-8948-A233-C9D3690E1F08}" type="datetimeFigureOut">
              <a:rPr lang="en-AT" smtClean="0"/>
              <a:t>16.12.24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7411E-8F1D-897A-8378-284C0F05E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72B94-236E-AC38-1CDB-A9FD4383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2C7D6-59A8-7540-9EFB-82BF944F563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331522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CDC4F-F87C-C1D2-6A44-3E9C3127F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E6440-068A-D9E6-BB46-66A60CAD0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36EA4-63D1-838C-0F57-9F43CE7AC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69AFE-2FB5-8948-A233-C9D3690E1F08}" type="datetimeFigureOut">
              <a:rPr lang="en-AT" smtClean="0"/>
              <a:t>16.12.24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9825A-1EBE-7D43-2E05-6730CA458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9C337-431A-2257-B92A-36A29E241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12C7D6-59A8-7540-9EFB-82BF944F563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31094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E6B818-AFA9-9CFA-D480-D32D77F7D9DF}"/>
              </a:ext>
            </a:extLst>
          </p:cNvPr>
          <p:cNvSpPr txBox="1"/>
          <p:nvPr/>
        </p:nvSpPr>
        <p:spPr>
          <a:xfrm>
            <a:off x="5611905" y="1272988"/>
            <a:ext cx="129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dirty="0"/>
              <a:t>H_0 wahr?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D4436-1871-C8B9-C6F4-245703186B3C}"/>
              </a:ext>
            </a:extLst>
          </p:cNvPr>
          <p:cNvSpPr txBox="1"/>
          <p:nvPr/>
        </p:nvSpPr>
        <p:spPr>
          <a:xfrm>
            <a:off x="3291497" y="3385302"/>
            <a:ext cx="1093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dirty="0"/>
              <a:t>Ja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665206-31CE-7E04-E225-3B2C3D37F4C7}"/>
              </a:ext>
            </a:extLst>
          </p:cNvPr>
          <p:cNvSpPr txBox="1"/>
          <p:nvPr/>
        </p:nvSpPr>
        <p:spPr>
          <a:xfrm>
            <a:off x="7501275" y="3323255"/>
            <a:ext cx="129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dirty="0"/>
              <a:t>Nein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CD4CB0-1811-ACDE-865A-AB37637B83F6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838344" y="1642320"/>
            <a:ext cx="2419020" cy="1742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B323EA-3BEE-D8A3-7E8E-1795A6F4D097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6257364" y="1642320"/>
            <a:ext cx="1889370" cy="1680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D4A389-F615-3EDD-2816-03D5F16CF8D7}"/>
              </a:ext>
            </a:extLst>
          </p:cNvPr>
          <p:cNvSpPr txBox="1"/>
          <p:nvPr/>
        </p:nvSpPr>
        <p:spPr>
          <a:xfrm>
            <a:off x="3877181" y="1981662"/>
            <a:ext cx="1515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dirty="0"/>
              <a:t>Wahrsch. 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6EF3F0-A721-C33B-86AF-530409B46813}"/>
              </a:ext>
            </a:extLst>
          </p:cNvPr>
          <p:cNvSpPr txBox="1"/>
          <p:nvPr/>
        </p:nvSpPr>
        <p:spPr>
          <a:xfrm>
            <a:off x="7001436" y="1981662"/>
            <a:ext cx="1515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dirty="0"/>
              <a:t>Wahrsch. 1-P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ECB8F2-7950-04B6-6424-3BC1C798246A}"/>
              </a:ext>
            </a:extLst>
          </p:cNvPr>
          <p:cNvSpPr txBox="1"/>
          <p:nvPr/>
        </p:nvSpPr>
        <p:spPr>
          <a:xfrm>
            <a:off x="1126405" y="5171981"/>
            <a:ext cx="151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dirty="0"/>
              <a:t>Korrekte Entsch.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C46257-17FF-E372-A82E-C57444BEEF85}"/>
              </a:ext>
            </a:extLst>
          </p:cNvPr>
          <p:cNvSpPr txBox="1"/>
          <p:nvPr/>
        </p:nvSpPr>
        <p:spPr>
          <a:xfrm>
            <a:off x="3478275" y="5171980"/>
            <a:ext cx="151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dirty="0"/>
              <a:t>Falsche Entsch.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34E6F6-89E7-C036-6331-6D79DFD7C111}"/>
              </a:ext>
            </a:extLst>
          </p:cNvPr>
          <p:cNvSpPr txBox="1"/>
          <p:nvPr/>
        </p:nvSpPr>
        <p:spPr>
          <a:xfrm>
            <a:off x="9292034" y="5109934"/>
            <a:ext cx="151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dirty="0"/>
              <a:t>Korrekte Entsch.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046542-1C74-18F2-47AB-1CCC72B860DD}"/>
              </a:ext>
            </a:extLst>
          </p:cNvPr>
          <p:cNvSpPr txBox="1"/>
          <p:nvPr/>
        </p:nvSpPr>
        <p:spPr>
          <a:xfrm>
            <a:off x="6982145" y="5137349"/>
            <a:ext cx="151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/>
              <a:t>Falsche </a:t>
            </a:r>
            <a:r>
              <a:rPr lang="en-AT" dirty="0"/>
              <a:t>Entsch.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F33026-5BC3-F48D-BA83-DE167CB26B61}"/>
              </a:ext>
            </a:extLst>
          </p:cNvPr>
          <p:cNvCxnSpPr>
            <a:stCxn id="5" idx="2"/>
            <a:endCxn id="13" idx="0"/>
          </p:cNvCxnSpPr>
          <p:nvPr/>
        </p:nvCxnSpPr>
        <p:spPr>
          <a:xfrm flipH="1">
            <a:off x="1883921" y="3754634"/>
            <a:ext cx="1954423" cy="14173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CFF407-D23B-CEAA-8A31-A62120C021F9}"/>
              </a:ext>
            </a:extLst>
          </p:cNvPr>
          <p:cNvCxnSpPr>
            <a:stCxn id="5" idx="2"/>
            <a:endCxn id="14" idx="0"/>
          </p:cNvCxnSpPr>
          <p:nvPr/>
        </p:nvCxnSpPr>
        <p:spPr>
          <a:xfrm>
            <a:off x="3838344" y="3754634"/>
            <a:ext cx="397447" cy="14173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19DB9D1-687A-080A-489C-B08C7709951E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7739661" y="3720002"/>
            <a:ext cx="454080" cy="14173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40AD82-5ED5-856B-D686-BE51F89BC7C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8193741" y="3720002"/>
            <a:ext cx="1855809" cy="13899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2F04A74-79AA-796E-9C47-6234BFD45613}"/>
              </a:ext>
            </a:extLst>
          </p:cNvPr>
          <p:cNvSpPr txBox="1"/>
          <p:nvPr/>
        </p:nvSpPr>
        <p:spPr>
          <a:xfrm>
            <a:off x="1280033" y="4082202"/>
            <a:ext cx="1515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dirty="0"/>
              <a:t>Wahrsch. </a:t>
            </a:r>
            <a:r>
              <a:rPr lang="en-GB" dirty="0"/>
              <a:t>1-⍺</a:t>
            </a:r>
            <a:endParaRPr lang="en-AT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266827-2A34-D4FA-E965-42593C791B1E}"/>
              </a:ext>
            </a:extLst>
          </p:cNvPr>
          <p:cNvSpPr txBox="1"/>
          <p:nvPr/>
        </p:nvSpPr>
        <p:spPr>
          <a:xfrm>
            <a:off x="4022448" y="4129560"/>
            <a:ext cx="1515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dirty="0"/>
              <a:t>Wahrsch. </a:t>
            </a:r>
            <a:r>
              <a:rPr lang="en-GB" dirty="0"/>
              <a:t>⍺</a:t>
            </a:r>
            <a:endParaRPr lang="en-AT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E556FD-0082-F62B-7358-E8D7CBF64000}"/>
              </a:ext>
            </a:extLst>
          </p:cNvPr>
          <p:cNvSpPr txBox="1"/>
          <p:nvPr/>
        </p:nvSpPr>
        <p:spPr>
          <a:xfrm>
            <a:off x="9121645" y="4003872"/>
            <a:ext cx="1515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dirty="0"/>
              <a:t>Wahrsch. </a:t>
            </a:r>
            <a:r>
              <a:rPr lang="en-GB" dirty="0"/>
              <a:t>1-β</a:t>
            </a:r>
            <a:endParaRPr lang="en-AT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29A175-8CA8-3146-32DB-7B50C1D7366F}"/>
              </a:ext>
            </a:extLst>
          </p:cNvPr>
          <p:cNvSpPr txBox="1"/>
          <p:nvPr/>
        </p:nvSpPr>
        <p:spPr>
          <a:xfrm>
            <a:off x="6470340" y="3904668"/>
            <a:ext cx="1515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dirty="0"/>
              <a:t>Wahrsch. </a:t>
            </a:r>
            <a:r>
              <a:rPr lang="en-GB" dirty="0"/>
              <a:t>β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427488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Degenfellner Juergen</dc:creator>
  <cp:lastModifiedBy>Degenfellner Juergen</cp:lastModifiedBy>
  <cp:revision>3</cp:revision>
  <dcterms:created xsi:type="dcterms:W3CDTF">2024-12-16T06:41:41Z</dcterms:created>
  <dcterms:modified xsi:type="dcterms:W3CDTF">2024-12-16T06:52:44Z</dcterms:modified>
</cp:coreProperties>
</file>